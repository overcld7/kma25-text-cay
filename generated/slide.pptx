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🎄 전 세계 최고의 크리스마스 마켓과 겨울 축제 가이드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크리스마스 마켓의 정의와 매력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11월 말부터 약 한 달간 유럽 전역의 광장에서 열리는 전통적인 대림절 행사</a:t>
            </a:r>
            <a:r>
              <a:rPr/>
              <a:t>로서 화려한 조명과 아늑한 오두막 상점들이 방문객을 맞이하는 겨울철 최대의 축제임.</a:t>
            </a:r>
          </a:p>
          <a:p>
            <a:pPr lvl="0"/>
            <a:r>
              <a:rPr b="1"/>
              <a:t>글뤼바인이라 불리는 따뜻한 와인과 지역 특산 요리 그리고 정교한 수공예품 판매</a:t>
            </a:r>
            <a:r>
              <a:rPr/>
              <a:t>를 통해 도시 전체를 동화 속 풍경으로 변화시키는 환상적인 분위기 조성임.</a:t>
            </a:r>
          </a:p>
          <a:p>
            <a:pPr lvl="0"/>
            <a:r>
              <a:rPr b="1"/>
              <a:t>단순한 시장을 넘어 회전목마와 아이스링크 등 다양한 즐길 거리를 제공</a:t>
            </a:r>
            <a:r>
              <a:rPr/>
              <a:t>하며 가족과 연인들에게 잊지 못할 추억을 선사하는 유럽 겨울 여행의 정수라고 할 수 있음.</a:t>
            </a:r>
          </a:p>
          <a:p>
            <a:pPr lvl="0"/>
            <a:r>
              <a:rPr b="1"/>
              <a:t>독일과 오스트리아에서 유래되었으나 현재는 전 세계적으로 확산</a:t>
            </a:r>
            <a:r>
              <a:rPr/>
              <a:t>되어 각 지역의 고유한 문화와 결합하며 매년 수백만 명의 관광객을 유치하는 경제적, 문화적 보고임.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역사적 기원과 전통의 상징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중세 후반 독일어권 지역에서 시작된 크리스마스 마켓</a:t>
            </a:r>
            <a:r>
              <a:rPr/>
              <a:t>은 1298년 비엔나의 12월 시장을 시초로 보며 이후 드레스덴 등 여러 도시로 확산되어 수백 년의 역사를 이어옴.</a:t>
            </a:r>
          </a:p>
          <a:p>
            <a:pPr lvl="0"/>
            <a:r>
              <a:rPr b="1"/>
              <a:t>한겨울 생명의 상징인 상록수로 집을 장식하던 고대 풍습</a:t>
            </a:r>
            <a:r>
              <a:rPr/>
              <a:t>이 16세기 독일 등지에서 집안으로 들여놓는 크리스마스 트리 문화로 발전하며 성탄절의 핵심적인 아이콘이 됨.</a:t>
            </a:r>
          </a:p>
          <a:p>
            <a:pPr lvl="0"/>
            <a:r>
              <a:rPr b="1"/>
              <a:t>가난한 어린이들에게 선물을 나누어 주던 성 니콜라스의 자선 활동</a:t>
            </a:r>
            <a:r>
              <a:rPr/>
              <a:t>에서 유래한 선물 교환 전통은 오늘날 이웃과 가족 간의 사랑을 나누는 성탄절의 따뜻한 풍습으로 정착함.</a:t>
            </a:r>
          </a:p>
          <a:p>
            <a:pPr lvl="0"/>
            <a:r>
              <a:rPr b="1"/>
              <a:t>1570년부터 대성당 주변에서 시장을 열어온 스트라스부르</a:t>
            </a:r>
            <a:r>
              <a:rPr/>
              <a:t>처럼 각 도시는 자신들만의 독특한 역사적 배경을 바탕으로 전통을 유지하며 방문객에게 깊은 감동을 전달함.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독일의 클래식 마켓: 정통의 품격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1434년부터 시작되어 세계에서 가장 오래된 역사를 자랑하는 드레스덴의 슈트리첼마르크트</a:t>
            </a:r>
            <a:r>
              <a:rPr/>
              <a:t>는 거대한 크리스마스 피라미드와 전통 과자인 크리스트슈톨렌으로 매우 유명함.</a:t>
            </a:r>
          </a:p>
          <a:p>
            <a:pPr lvl="0"/>
            <a:r>
              <a:rPr b="1"/>
              <a:t>독일 마켓의 황금 표준으로 불리는 뉘른베르크의 크라이스트킨들스마르크트</a:t>
            </a:r>
            <a:r>
              <a:rPr/>
              <a:t>는 전통적인 목조 가판대와 수공예 장식품들로 전 세계 관광객들에게 가장 인지도가 높은 명소 중 하나임.</a:t>
            </a:r>
          </a:p>
          <a:p>
            <a:pPr lvl="0"/>
            <a:r>
              <a:rPr b="1"/>
              <a:t>매년 수백만 명의 인파가 몰리는 쾰른과 뮌헨의 마켓</a:t>
            </a:r>
            <a:r>
              <a:rPr/>
              <a:t>은 거대한 트리와 함께 수백 개의 상점이 줄지어 서는 장관을 연출하며 독일 전통 축제의 진면목을 유감없이 보여줌.</a:t>
            </a:r>
          </a:p>
          <a:p>
            <a:pPr lvl="0"/>
            <a:r>
              <a:rPr b="1"/>
              <a:t>베를린에서는 잔다르멘마르크트를 포함해 70개가 넘는 다양한 형태의 시장</a:t>
            </a:r>
            <a:r>
              <a:rPr/>
              <a:t>이 열려 대도시 전체가 거대한 축제의 장으로 변모하며 현대와 전통이 어우러진 풍경을 제공함.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중부 유럽의 동화 같은 풍경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프라하 구시가지 광장의 크리스마스 마켓</a:t>
            </a:r>
            <a:r>
              <a:rPr/>
              <a:t>은 거대한 트리와 굴뚝 빵이라 불리는 뜨르들로 그리고 따뜻한 그로그 주가 어우러져 소박하면서도 따뜻한 동유럽 특유의 감성을 선사함.</a:t>
            </a:r>
          </a:p>
          <a:p>
            <a:pPr lvl="0"/>
            <a:r>
              <a:rPr b="1"/>
              <a:t>비엔나 시청 광장 마켓은 네오고딕 양식의 시청 건물을 배경</a:t>
            </a:r>
            <a:r>
              <a:rPr/>
              <a:t>으로 펼쳐지는 낭만적인 아이스링크와 달콤한 바닐라 초승달 쿠키 등 정갈하고 화려한 장식들로 연인들에게 인기임.</a:t>
            </a:r>
          </a:p>
          <a:p>
            <a:pPr lvl="0"/>
            <a:r>
              <a:rPr b="1"/>
              <a:t>부다페스트의 성 이슈트반 대성당 앞 마켓</a:t>
            </a:r>
            <a:r>
              <a:rPr/>
              <a:t>은 성당 외벽에 펼쳐지는 환상적인 빛의 투사 쇼와 함께 굴뚝 파이 등 헝가리 전통 먹거리를 즐길 수 있는 최고의 겨울 여행지임.</a:t>
            </a:r>
          </a:p>
          <a:p>
            <a:pPr lvl="0"/>
            <a:r>
              <a:rPr b="1"/>
              <a:t>도시 전체에 자연스럽게 마켓이 퍼져 있는 스트라스부르</a:t>
            </a:r>
            <a:r>
              <a:rPr/>
              <a:t>는 따뜻하고 정통적인 분위기를 유지하며 방문객들에게 크리스마스의 수도라는 별칭에 걸맞은 강렬한 인상을 남김.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이색적인 분위기의 독특한 마켓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네덜란드 발켄뷔르흐의 마켓은 중세 시대 석회암 동굴 내부</a:t>
            </a:r>
            <a:r>
              <a:rPr/>
              <a:t>에서 열리는 유럽 유일의 지하 크리스마스 행사로 독특한 모래 조각과 정교한 성탄 벽화를 감상할 수 있는 명소임.</a:t>
            </a:r>
          </a:p>
          <a:p>
            <a:pPr lvl="0"/>
            <a:r>
              <a:rPr b="1"/>
              <a:t>스위스 취리히의 베르드뮐레 광장에서는 매일 합창단이 트리 모양의 수직 무대</a:t>
            </a:r>
            <a:r>
              <a:rPr/>
              <a:t>에서 캐럴을 부르는 싱잉 크리스마스 트리 공연이 열려 다른 곳에서는 볼 수 없는 특별한 경험을 제공함.</a:t>
            </a:r>
          </a:p>
          <a:p>
            <a:pPr lvl="0"/>
            <a:r>
              <a:rPr b="1"/>
              <a:t>덴마크 코펜하겐의 티볼리 가든은 놀이공원 전체를 수만 개의 조명으로 장식</a:t>
            </a:r>
            <a:r>
              <a:rPr/>
              <a:t>하여 환상적인 분위기를 조성하며 가족 단위 방문객들에게 최고의 즐거움을 선사하는 겨울 왕국임.</a:t>
            </a:r>
          </a:p>
          <a:p>
            <a:pPr lvl="0"/>
            <a:r>
              <a:rPr b="1"/>
              <a:t>벨기에 브뤼헤의 윈터 글로우 축제</a:t>
            </a:r>
            <a:r>
              <a:rPr/>
              <a:t>는 운하와 중세 거리를 따라 펼쳐지는 빛의 체험 경로와 벨기에 초콜릿 및 와플을 즐길 수 있는 낭만적인 겨울 마법을 선사함.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북유럽의 정취와 산타의 고향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핀란드 로바니에미는 공식적인 산타마을이 위치한 곳</a:t>
            </a:r>
            <a:r>
              <a:rPr/>
              <a:t>으로 일 년 내내 산타를 만날 수 있으며 전 세계 어린이들이 보낸 편지에 산타 소인이 찍힌 답장을 보내주는 신비로운 장소임.</a:t>
            </a:r>
          </a:p>
          <a:p>
            <a:pPr lvl="0"/>
            <a:r>
              <a:rPr b="1"/>
              <a:t>스톡홀름의 감라 스탄 마켓은 중세풍 거리를 배경</a:t>
            </a:r>
            <a:r>
              <a:rPr/>
              <a:t>으로 전통적인 스웨덴식 멀드 와인인 글뢰그와 진저브레드 등을 판매하며 북유럽 특유의 아기자기하고 고즈넉한 축제 분위기를 자아냄.</a:t>
            </a:r>
          </a:p>
          <a:p>
            <a:pPr lvl="0"/>
            <a:r>
              <a:rPr b="1"/>
              <a:t>노르웨이의 로로스는 유네스코 세계문화유산으로 지정된 옛 광산 마을</a:t>
            </a:r>
            <a:r>
              <a:rPr/>
              <a:t>로 실제 애니메이션 겨울왕국의 배경이 되었을 만큼 환상적인 설경 속에서 정통 노르딕 크리스마스를 체험하게 함.</a:t>
            </a:r>
          </a:p>
          <a:p>
            <a:pPr lvl="0"/>
            <a:r>
              <a:rPr b="1"/>
              <a:t>헬싱키 원로원 광장의 마켓은 100% 재생 에너지로 운영</a:t>
            </a:r>
            <a:r>
              <a:rPr/>
              <a:t>되는 친환경적인 축제로 무료 회전목마와 핀란드 전통 루시아 성녀 행진 등 지역색이 뚜렷한 겨울 전통을 보여줌.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수상 경력에 빛나는 신흥 명소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폴란드 그단스크 마켓은 2025년 유럽 최고의 크리스마스 마켓으로 선정</a:t>
            </a:r>
            <a:r>
              <a:rPr/>
              <a:t>되었으며 동화 같은 구시가지를 배경으로 말하는 무스 루체크와 베네치아풍 회전목마 등 다채로운 볼거리를 제공함.</a:t>
            </a:r>
          </a:p>
          <a:p>
            <a:pPr lvl="0"/>
            <a:r>
              <a:rPr b="1"/>
              <a:t>에스토니아 탈린은 1441년부터 공공 트리를 세운 역사적인 장소</a:t>
            </a:r>
            <a:r>
              <a:rPr/>
              <a:t>로 유네스코 등재 중세 구시가지 광장에서 전통적인 흑푸딩과 사워크라우트 등 발틱 특유의 겨울 음식을 맛볼 수 있음.</a:t>
            </a:r>
          </a:p>
          <a:p>
            <a:pPr lvl="0"/>
            <a:r>
              <a:rPr b="1"/>
              <a:t>크로아티아 자그레브는 유럽 최고의 마켓으로 3년 연속 선정</a:t>
            </a:r>
            <a:r>
              <a:rPr/>
              <a:t>된 바 있으며 증강 현실 체험과 도시 전체를 뒤덮는 화려한 조명 쇼를 통해 남유럽만의 독특하고 열정적인 축제를 선사함.</a:t>
            </a:r>
          </a:p>
          <a:p>
            <a:pPr lvl="0"/>
            <a:r>
              <a:rPr b="1"/>
              <a:t>슬로베니아나 루마니아 등 동유럽의 다양한 소도시</a:t>
            </a:r>
            <a:r>
              <a:rPr/>
              <a:t>들도 자신들만의 고유한 수공예품과 전통 요리를 앞세워 대형 마켓과는 차별화된 소박하고 따뜻한 크리스마스 감성을 전달하고 있음.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서유럽과 영국의 화려한 연말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프랑스 콜마르는 아기자기한 동화 속 마을 같은 풍경</a:t>
            </a:r>
            <a:r>
              <a:rPr/>
              <a:t>으로 유명하며 낮에는 천천히 걸으며 아늑한 도시 분위기를 느끼고 밤에는 화려한 조명이 운하와 반목조 가옥을 밝히는 명소임.</a:t>
            </a:r>
          </a:p>
          <a:p>
            <a:pPr lvl="0"/>
            <a:r>
              <a:rPr b="1"/>
              <a:t>런던 하이드 파크의 윈터 원더랜드는 거대한 관람차와 서커스 공연</a:t>
            </a:r>
            <a:r>
              <a:rPr/>
              <a:t> 그리고 다양한 놀이기구가 결합된 대규모 축제로 화려한 도심 속에서 액티브한 크리스마스 분위기를 만끽할 수 있음.</a:t>
            </a:r>
          </a:p>
          <a:p>
            <a:pPr lvl="0"/>
            <a:r>
              <a:rPr b="1"/>
              <a:t>영국 요크의 성 니콜라스 페어는 지역 상인들이 참여</a:t>
            </a:r>
            <a:r>
              <a:rPr/>
              <a:t>하여 요크셔 푸딩 맥주와 수제 토피 등 현지 특산품을 판매하며 고딕 양식의 요크 민스터 대성당과 어우러진 고전적인 미를 보여줌.</a:t>
            </a:r>
          </a:p>
          <a:p>
            <a:pPr lvl="0"/>
            <a:r>
              <a:rPr b="1"/>
              <a:t>런던 레스터 스퀘어나 코번트 가든의 마켓</a:t>
            </a:r>
            <a:r>
              <a:rPr/>
              <a:t>은 도심 접근성이 뛰어나며 야외 아이스링크와 다양한 거리 공연이 결합되어 쇼핑과 오락을 동시에 즐길 수 있는 현대적인 성탄 명소임.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북미의 성탄 거점과 겨울 액티비티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뉴욕 록펠러 센터는 5만 개 이상의 LED 조명과 스와로브스키 별</a:t>
            </a:r>
            <a:r>
              <a:rPr/>
              <a:t>로 장식된 거대한 노르웨이 가문비나무 트리를 통해 뉴욕 겨울의 상징이자 전 세계 성탄 축제의 중심지 역할을 수행함.</a:t>
            </a:r>
          </a:p>
          <a:p>
            <a:pPr lvl="0"/>
            <a:r>
              <a:rPr b="1"/>
              <a:t>캐나다 퀘벡시티는 올드퀘벡의 유럽풍 건축물을 배경</a:t>
            </a:r>
            <a:r>
              <a:rPr/>
              <a:t>으로 독일식 마켓과 시속 70km로 달리는 전통 목제 토보건 썰매 그리고 북미 유일의 아이스 호텔 투어 등 풍성한 겨울 재미를 제공함.</a:t>
            </a:r>
          </a:p>
          <a:p>
            <a:pPr lvl="0"/>
            <a:r>
              <a:rPr b="1"/>
              <a:t>시카고의 크리스트킨들마르크트는 독일의 전통을 계승</a:t>
            </a:r>
            <a:r>
              <a:rPr/>
              <a:t>하여 수공예 장식품과 따뜻한 프레첼 등을 판매하며 밀레니엄 파크의 빛의 쇼와 함께 미 중서부 최고의 성탄 분위기를 조성함.</a:t>
            </a:r>
          </a:p>
          <a:p>
            <a:pPr lvl="0"/>
            <a:r>
              <a:rPr b="1"/>
              <a:t>몬트리올의 성탄 마켓은 유럽의 우아함과 북미의 활기</a:t>
            </a:r>
            <a:r>
              <a:rPr/>
              <a:t>가 조화를 이루며 자갈길을 밝히는 조명과 노트르담 대성당의 자정 미사 등 경건하면서도 화려한 연말 분위기를 만끽할 수 있게 함.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전 세계의 이색적인 크리스마스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호주 시드니는 한여름의 크리스마스를 맞이</a:t>
            </a:r>
            <a:r>
              <a:rPr/>
              <a:t>하여 본다이 비치 등 해변에서 축제를 즐기며 마틴 플레이스의 거대한 트리와 하버 브리지의 화려한 불꽃놀이로 뜨거운 연말 분위기를 연출함.</a:t>
            </a:r>
          </a:p>
          <a:p>
            <a:pPr lvl="0"/>
            <a:r>
              <a:rPr b="1"/>
              <a:t>푸에르토리코 산후안은 세계에서 가장 긴 45일간의 성탄 시즌</a:t>
            </a:r>
            <a:r>
              <a:rPr/>
              <a:t>을 자랑하며 전통 캐럴인 파란다를 부르고 통돼지 구이인 레촌 아사도를 나누어 먹는 열정적인 공동체 중심의 축제를 지향함.</a:t>
            </a:r>
          </a:p>
          <a:p>
            <a:pPr lvl="0"/>
            <a:r>
              <a:rPr b="1"/>
              <a:t>사막의 도시 두바이는 스키 두바이와 같은 실내 눈 테마파크</a:t>
            </a:r>
            <a:r>
              <a:rPr/>
              <a:t>를 통해 사막 한가운데서 겨울 왕국을 구현하며 초호화 조명 장식과 대형 트리 점등식으로 현대적인 성탄 마법을 선보임.</a:t>
            </a:r>
          </a:p>
          <a:p>
            <a:pPr lvl="0"/>
            <a:r>
              <a:rPr b="1"/>
              <a:t>콜롬비아 메데인은 2,700만 개의 LED 조명을 활용한 알룸브라도스 축제</a:t>
            </a:r>
            <a:r>
              <a:rPr/>
              <a:t>를 통해 도시 전체를 빛의 예술 작품으로 탈바꿈시키며 남미 특유의 화려하고 역동적인 성탄 문화를 보여줌.</a:t>
            </a:r>
          </a:p>
          <a:p>
            <a:pPr lvl="0" indent="0" marL="0">
              <a:buNone/>
            </a:pPr>
            <a:r>
              <a:rPr/>
              <a:t>위 인포그래픽을 바탕으로 html 기반의 슬라이드를 작성할 것, glassmorphism 디자인으로 작성하고 reveal.js로 10페이지 분량의 인터랙티브한 슬라이드로 작성할 것, 제목은 24pt, 내용은 17pt로 할 것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2025-12-24T06:21:31Z</dcterms:created>
  <dcterms:modified xsi:type="dcterms:W3CDTF">2025-12-24T06:21:31Z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